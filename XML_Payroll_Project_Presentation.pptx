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XML Generator for WA Prevailing Wage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Convert Excel Payroll Data to Uploadable XML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Automate payroll reporting for WA Prevailing Wage platform.</a:t>
            </a:r>
          </a:p>
          <a:p>
            <a:r>
              <a:t>✅ Convert Excel payroll data into structured XML format.</a:t>
            </a:r>
          </a:p>
          <a:p>
            <a:r>
              <a:t>✅ Avoid manual errors and repetitive tasks.</a:t>
            </a:r>
          </a:p>
          <a:p>
            <a:r>
              <a:t>✅ Ensure full compatibility with the required XML schema.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📄 Excel Template: 'payroll_template.xlsx'</a:t>
            </a:r>
          </a:p>
          <a:p>
            <a:r>
              <a:t>   - Contains all required employee and payroll data.</a:t>
            </a:r>
          </a:p>
          <a:p/>
          <a:p>
            <a:r>
              <a:t>🐍 Python Script: 'excel_to_wapw.py'</a:t>
            </a:r>
          </a:p>
          <a:p>
            <a:r>
              <a:t>   - Reads Excel data.</a:t>
            </a:r>
          </a:p>
          <a:p>
            <a:r>
              <a:t>   - Generates XML file ('output_payroll.xml') with correct format.</a:t>
            </a:r>
          </a:p>
          <a:p>
            <a:r>
              <a:t>   - Easy to reuse for multiple payroll periods.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Output file: 'output_payroll.xml'</a:t>
            </a:r>
          </a:p>
          <a:p>
            <a:r>
              <a:t>✅ Ready for direct upload to WA platform.</a:t>
            </a:r>
          </a:p>
          <a:p>
            <a:r>
              <a:t>✅ Fully structured for each employee's weekly data.</a:t>
            </a:r>
          </a:p>
          <a:p>
            <a:r>
              <a:t>✅ Can be extended for multiple weeks or employees.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🛠 Python 3</a:t>
            </a:r>
          </a:p>
          <a:p>
            <a:r>
              <a:t>📦 Libraries:</a:t>
            </a:r>
          </a:p>
          <a:p>
            <a:r>
              <a:t>   - pandas (read Excel)</a:t>
            </a:r>
          </a:p>
          <a:p>
            <a:r>
              <a:t>   - xml.etree.ElementTree (generate XML)</a:t>
            </a:r>
          </a:p>
          <a:p>
            <a:r>
              <a:t>🧾 Excel for structured data input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